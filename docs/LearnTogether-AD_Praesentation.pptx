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Zählern, Bewertungen, Archiv und Abzeichen.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3.png"/><Relationship Id="rId6" Type="http://schemas.openxmlformats.org/officeDocument/2006/relationships/image" Target="../media/image-14-6.png"/><Relationship Id="rId7" Type="http://schemas.openxmlformats.org/officeDocument/2006/relationships/image" Target="../media/image-14-3.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Archiv, Statistik</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quadratisches 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4239414"/>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 Profil</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Angebotene und besuchte Sessions, Gesamtbewertung, Archiv und Passwort.</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Kommende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bearbeiten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und einzelnen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2026-10-02T10:35:36Z</dcterms:created>
  <dcterms:modified xsi:type="dcterms:W3CDTF">2026-10-02T10:35:36Z</dcterms:modified>
</cp:coreProperties>
</file>