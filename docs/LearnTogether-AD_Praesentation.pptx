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3.png"/><Relationship Id="rId6" Type="http://schemas.openxmlformats.org/officeDocument/2006/relationships/image" Target="../media/image-13-6.png"/><Relationship Id="rId7" Type="http://schemas.openxmlformats.org/officeDocument/2006/relationships/image" Target="../media/image-13-3.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Archiv, Statistik</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Nur den frei gewählten Benutzernamen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sehen Anbietende nur als Durchschnitt.</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2026-10-01T21:04:49Z</dcterms:created>
  <dcterms:modified xsi:type="dcterms:W3CDTF">2026-10-01T21:04:49Z</dcterms:modified>
</cp:coreProperties>
</file>