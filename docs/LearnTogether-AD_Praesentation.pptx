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IDD-Anrechnung ist in der App umgesetzt, aber ab Werk ausgeschaltet.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was angeboten wird, wann es stattfindet, dann die IDD-Angaben und zum Schluss Teilnahme und Teams-Link. Die IDD-Agenda steht hinter der Dauer, weil sie die Dauer braucht.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IDD-Anrechnung ist in der App umgesetzt und ab Werk ausgeschaltet. Freigeschaltete Anbietende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mit oder ohne IDD starten.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eine IDD-Veranstaltung. Erstens: Freigeschaltete Anbietende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Anbietenden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IDD-Funktion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IDD-Funktion ist umgesetzt. Für ihren Start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 umgesetzt, Start nach Freigabe</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Meldung der Zeiten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Was wird angeboten?</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Wann findet es statt?</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in der App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nach Freigabe, die Meldung an gutBeraten folgt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Umgesetzt. Start nach Freigabe.</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In der App</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Anbietende,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IDD-Funktion einschalten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alles in LearnTogether@AD</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Anbietende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Ab Werk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starten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IDD-Funktion freigeben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Compliance und Datenschutz prüfen die Umsetzung. Danach Meldung an gutBeraten umsetzen und einschalten.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2026-10-03T15:35:47Z</dcterms:created>
  <dcterms:modified xsi:type="dcterms:W3CDTF">2026-10-03T15:35:47Z</dcterms:modified>
</cp:coreProperties>
</file>