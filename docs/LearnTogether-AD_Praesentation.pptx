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50 Platzhalterbildern.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8 Kennzahlen und 13 Auswertungen mit PDF-Export. Wir betrachten Termine pro Monat, Teilnehmende, Auslastung und Themen.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eigenes Bild oder ein Platzhalterbild.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und Absage,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50 Platzhalterbilder</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Garten, mit Suche nach Begriffen.</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und Absage mit Grund.</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Absagen erscheinen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 Profil in fünf Bereichen</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Übersicht, Archiv der Veranstaltungen und Teilnahmen, Veröffentlichung,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Die Rakete zeigt Expertenstatus im Thema.</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Wiederkehrende Anbietende, Vorlauf der Anmeldungen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mit Abzeichen.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und einzelnen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und E-Mail-Adresse.</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keine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2026-10-02T11:12:02Z</dcterms:created>
  <dcterms:modified xsi:type="dcterms:W3CDTF">2026-10-02T11:12:02Z</dcterms:modified>
</cp:coreProperties>
</file>