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von IDD-Zeiten ist für anrechnungsfähige Veranstaltungen aus dem beruflichen Bereich geplant. Sie wird aktuell ausgebaut und soll zukünftig freigeschaltet werden.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folgt der Planung: worum es geht, wann es stattfindet, was angeboten wird, dann die IDD-Angaben und zum Schluss Teilnahme und Teams-Link. Die IDD-Agenda steht hinter der Dauer, weil sie die Dauer braucht.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Anbietende,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Anrechnung von IDD-Zeiten ist für anrechnungsfähige Veranstaltungen aus dem beruflichen Bereich geplant. Wir bauen sie aktuell in der App aus. Zukünftig soll sie freigeschaltet werden. Bis dahin ist die Funktion ausgeschaltet. Freigeschaltete Anbietende legen IDD-Veranstaltungen mit IDD-Titel, Beschreibung des Lerninhalts, IDD-Zeit und Agenda an. Der Lerninhalt folgt den Kategorien von gutBeraten.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ohne IDD starten, die Anrechnung kommt später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soll eine IDD-Veranstaltung nach der Freischaltung laufen. Der Ablauf gilt nur für anrechnungsfähige berufliche Veranstaltungen. Erstens: Freigeschaltete Anbietende setzen beim Anlegen den IDD-Haken, tragen den IDD-Titel ein, wählen die Beschreibung des Lerninhalts aus den Kategorien von gutBeraten und planen nach der Dauer die Agenda. Je Eintrag legen sie Inhalte, Dauer und IDD-Bildungszeit fest. Die App prüft den Titel und die Summe. Zweitens: Teilnehmende sehen im Katalog Dauer und IDD-Zeit getrennt. Drittens: Nach der Session bestätigen die Anbietenden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IDD-Anrechnung für berufliche Veranstaltungen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für berufliche Veranstaltungen ist geplant und wird ausgebaut. Für ihre Freischaltung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geplante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beruflicher Termine: im Ausbau</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Freischaltung der IDD-Anrechnung, Meldung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 Worum geht es?</a:t>
            </a:r>
            <a:endParaRPr lang="en-US" sz="1600" dirty="0"/>
          </a:p>
        </p:txBody>
      </p:sp>
      <p:sp>
        <p:nvSpPr>
          <p:cNvPr id="10" name="Text 5"/>
          <p:cNvSpPr txBox="1"/>
          <p:nvPr/>
        </p:nvSpPr>
        <p:spPr>
          <a:xfrm>
            <a:off x="7680960" y="18562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Titel, Themenbereich, Thema und Art der Veranstaltung.</a:t>
            </a:r>
            <a:endParaRPr lang="en-US" sz="1250" dirty="0"/>
          </a:p>
        </p:txBody>
      </p:sp>
      <p:sp>
        <p:nvSpPr>
          <p:cNvPr id="11" name="Text 6"/>
          <p:cNvSpPr txBox="1"/>
          <p:nvPr/>
        </p:nvSpPr>
        <p:spPr>
          <a:xfrm>
            <a:off x="7680960" y="24231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2 Wann findet es statt?</a:t>
            </a:r>
            <a:endParaRPr lang="en-US" sz="1600" dirty="0"/>
          </a:p>
        </p:txBody>
      </p:sp>
      <p:sp>
        <p:nvSpPr>
          <p:cNvPr id="12" name="Text 7"/>
          <p:cNvSpPr txBox="1"/>
          <p:nvPr/>
        </p:nvSpPr>
        <p:spPr>
          <a:xfrm>
            <a:off x="7680960" y="27706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Tag, Dauer und Startzeit im erlaubten Zeitfenster.</a:t>
            </a:r>
            <a:endParaRPr lang="en-US" sz="1250" dirty="0"/>
          </a:p>
        </p:txBody>
      </p:sp>
      <p:sp>
        <p:nvSpPr>
          <p:cNvPr id="13" name="Text 8"/>
          <p:cNvSpPr txBox="1"/>
          <p:nvPr/>
        </p:nvSpPr>
        <p:spPr>
          <a:xfrm>
            <a:off x="7680960" y="33375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3 Was wird angeboten?</a:t>
            </a:r>
            <a:endParaRPr lang="en-US" sz="1600" dirty="0"/>
          </a:p>
        </p:txBody>
      </p:sp>
      <p:sp>
        <p:nvSpPr>
          <p:cNvPr id="14" name="Text 9"/>
          <p:cNvSpPr txBox="1"/>
          <p:nvPr/>
        </p:nvSpPr>
        <p:spPr>
          <a:xfrm>
            <a:off x="7680960" y="36850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Beschreibung und ein eigenes Bild oder ein Platzhalterbild.</a:t>
            </a:r>
            <a:endParaRPr lang="en-US" sz="1250" dirty="0"/>
          </a:p>
        </p:txBody>
      </p:sp>
      <p:sp>
        <p:nvSpPr>
          <p:cNvPr id="15" name="Text 10"/>
          <p:cNvSpPr txBox="1"/>
          <p:nvPr/>
        </p:nvSpPr>
        <p:spPr>
          <a:xfrm>
            <a:off x="7680960" y="42519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4 IDD-Weiterbildung</a:t>
            </a:r>
            <a:endParaRPr lang="en-US" sz="1600" dirty="0"/>
          </a:p>
        </p:txBody>
      </p:sp>
      <p:sp>
        <p:nvSpPr>
          <p:cNvPr id="16" name="Text 11"/>
          <p:cNvSpPr txBox="1"/>
          <p:nvPr/>
        </p:nvSpPr>
        <p:spPr>
          <a:xfrm>
            <a:off x="7680960" y="45994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Mit Freischaltung: IDD-Titel, Lerninhalt und Agenda zur Dauer.</a:t>
            </a:r>
            <a:endParaRPr lang="en-US" sz="1250" dirty="0"/>
          </a:p>
        </p:txBody>
      </p:sp>
      <p:sp>
        <p:nvSpPr>
          <p:cNvPr id="17" name="Text 12"/>
          <p:cNvSpPr txBox="1"/>
          <p:nvPr/>
        </p:nvSpPr>
        <p:spPr>
          <a:xfrm>
            <a:off x="7680960" y="51663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5 Teilnahme und Teams-Link</a:t>
            </a:r>
            <a:endParaRPr lang="en-US" sz="1600" dirty="0"/>
          </a:p>
        </p:txBody>
      </p:sp>
      <p:sp>
        <p:nvSpPr>
          <p:cNvPr id="18" name="Text 13"/>
          <p:cNvSpPr txBox="1"/>
          <p:nvPr/>
        </p:nvSpPr>
        <p:spPr>
          <a:xfrm>
            <a:off x="7680960" y="55138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Platzzahl bis 50. Der Link ist nur für Angemeldete sichtbar.</a:t>
            </a:r>
            <a:endParaRPr lang="en-US" sz="1250" dirty="0"/>
          </a:p>
        </p:txBody>
      </p:sp>
      <p:sp>
        <p:nvSpPr>
          <p:cNvPr id="19" name="Text 14"/>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Anbietende</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Anbietende</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geplant und im Ausbau</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Für anrechnungsfähige Veranstaltungen aus dem beruflichen Bereich</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Geplant. Im Ausbau. Freischaltung folgt.</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Im Ausbau</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Lerninhalt nach gutBeraten-Kategorie, Agenda</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Anbietende,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Freischaltung der IDD-Anrechnung</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So soll es nach der Freischaltung laufen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Lerninhalt nach gutBeraten und Agenda mit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Anbietende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Bis zur Freischaltung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freischalten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IDD-Anrechnung freischalten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Geplant und im Ausbau. Compliance und Datenschutz prüfen. Danach Meldung an gutBeraten umsetzen und freischalten.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geplante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2026-10-03T16:22:05Z</dcterms:created>
  <dcterms:modified xsi:type="dcterms:W3CDTF">2026-10-03T16:22:05Z</dcterms:modified>
</cp:coreProperties>
</file>