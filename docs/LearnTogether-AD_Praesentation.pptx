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von IDD-Zeiten ist für anrechnungsfähige Veranstaltungen aus dem beruflichen Bereich geplant. Sie wird aktuell ausgebaut und soll zukünftig freigeschaltet werden.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Wer anbietet, ist LearnMaker. Als LearnMaker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LearnMaker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LearnMaker,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Anrechnung von IDD-Zeiten ist für anrechnungsfähige Veranstaltungen aus dem beruflichen Bereich geplant. Wir bauen sie aktuell in der App aus. Zukünftig soll sie freigeschaltet werden. Bis dahin ist die Funktion ausgeschaltet. Freigeschaltete LearnMaker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ohne IDD starten, die Anrechnung kommt später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soll eine IDD-Veranstaltung nach der Freischaltung laufen. Der Ablauf gilt nur für anrechnungsfähige berufliche Veranstaltungen. Erstens: Freigeschaltete LearnMaker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LearnMaker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IDD-Anrechnung für berufliche Veranstaltungen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für berufliche Veranstaltungen ist geplant und wird ausgebaut. Für ihre Freischaltung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geplante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beruflicher Termine: im Ausbau</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Freischaltung der IDD-Anrechnung, Meldung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LearnMaker,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Werde LearnMaker: 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der LearnMaker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LearnMaker</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LearnMaker</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LearnMaker</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LearnMaker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geplant und im Ausbau</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Für anrechnungsfähige Veranstaltungen aus dem beruflichen Bereich</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Geplant. Im Ausbau. Freischaltung folgt.</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Im Ausbau</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LearnMaker,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Freischaltung der IDD-Anrechnung</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So soll es nach der Freischaltung laufen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LearnMaker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Bis zur Freischaltung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LearnMaker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LearnMaker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LearnMaker,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LearnMaker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freischalten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IDD-Anrechnung freischalten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LearnMaker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Geplant und im Ausbau. Compliance und Datenschutz prüfen. Danach Meldung an gutBeraten umsetzen und freischalten.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geplante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2026-10-04T09:40:22Z</dcterms:created>
  <dcterms:modified xsi:type="dcterms:W3CDTF">2026-10-04T09:40:22Z</dcterms:modified>
</cp:coreProperties>
</file>