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IDD-Anrechnung ist in der App umgesetzt, aber ab Werk ausgeschaltet.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folgt der Planung: worum es geht, wann es stattfindet, was angeboten wird, dann die IDD-Angaben und zum Schluss Teilnahme und Teams-Link. Die IDD-Agenda steht hinter der Dauer, weil sie die Dauer braucht.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Anbietende,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IDD-Anrechnung ist in der App umgesetzt und ab Werk ausgeschaltet. Freigeschaltete Anbietende legen IDD-Veranstaltungen mit IDD-Titel, Beschreibung des Lerninhalts, IDD-Zeit und Agenda an. Der Lerninhalt folgt den Kategorien von gutBeraten.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mit oder ohne IDD starten.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läuft eine IDD-Veranstaltung. Erstens: Freigeschaltete Anbietende setzen beim Anlegen den IDD-Haken, tragen den IDD-Titel ein, wählen die Beschreibung des Lerninhalts aus den Kategorien von gutBeraten und planen nach der Dauer die Agenda. Je Eintrag legen sie Inhalte, Dauer und IDD-Bildungszeit fest. Die App prüft den Titel und die Summe. Zweitens: Teilnehmende sehen im Katalog Dauer und IDD-Zeit getrennt. Drittens: Nach der Session bestätigen die Anbietenden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IDD-Funktion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IDD-Funktion ist umgesetzt. Für ihren Start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 umgesetzt, Start nach Freigabe</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Meldung der Zeiten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 Worum geht es?</a:t>
            </a:r>
            <a:endParaRPr lang="en-US" sz="1600" dirty="0"/>
          </a:p>
        </p:txBody>
      </p:sp>
      <p:sp>
        <p:nvSpPr>
          <p:cNvPr id="10" name="Text 5"/>
          <p:cNvSpPr txBox="1"/>
          <p:nvPr/>
        </p:nvSpPr>
        <p:spPr>
          <a:xfrm>
            <a:off x="7680960" y="18562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Titel, Themenbereich, Thema und Art der Veranstaltung.</a:t>
            </a:r>
            <a:endParaRPr lang="en-US" sz="1250" dirty="0"/>
          </a:p>
        </p:txBody>
      </p:sp>
      <p:sp>
        <p:nvSpPr>
          <p:cNvPr id="11" name="Text 6"/>
          <p:cNvSpPr txBox="1"/>
          <p:nvPr/>
        </p:nvSpPr>
        <p:spPr>
          <a:xfrm>
            <a:off x="7680960" y="24231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2 Wann findet es statt?</a:t>
            </a:r>
            <a:endParaRPr lang="en-US" sz="1600" dirty="0"/>
          </a:p>
        </p:txBody>
      </p:sp>
      <p:sp>
        <p:nvSpPr>
          <p:cNvPr id="12" name="Text 7"/>
          <p:cNvSpPr txBox="1"/>
          <p:nvPr/>
        </p:nvSpPr>
        <p:spPr>
          <a:xfrm>
            <a:off x="7680960" y="27706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Tag, Dauer und Startzeit im erlaubten Zeitfenster.</a:t>
            </a:r>
            <a:endParaRPr lang="en-US" sz="1250" dirty="0"/>
          </a:p>
        </p:txBody>
      </p:sp>
      <p:sp>
        <p:nvSpPr>
          <p:cNvPr id="13" name="Text 8"/>
          <p:cNvSpPr txBox="1"/>
          <p:nvPr/>
        </p:nvSpPr>
        <p:spPr>
          <a:xfrm>
            <a:off x="7680960" y="33375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3 Was wird angeboten?</a:t>
            </a:r>
            <a:endParaRPr lang="en-US" sz="1600" dirty="0"/>
          </a:p>
        </p:txBody>
      </p:sp>
      <p:sp>
        <p:nvSpPr>
          <p:cNvPr id="14" name="Text 9"/>
          <p:cNvSpPr txBox="1"/>
          <p:nvPr/>
        </p:nvSpPr>
        <p:spPr>
          <a:xfrm>
            <a:off x="7680960" y="36850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Beschreibung und ein eigenes Bild oder ein Platzhalterbild.</a:t>
            </a:r>
            <a:endParaRPr lang="en-US" sz="1250" dirty="0"/>
          </a:p>
        </p:txBody>
      </p:sp>
      <p:sp>
        <p:nvSpPr>
          <p:cNvPr id="15" name="Text 10"/>
          <p:cNvSpPr txBox="1"/>
          <p:nvPr/>
        </p:nvSpPr>
        <p:spPr>
          <a:xfrm>
            <a:off x="7680960" y="42519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4 IDD-Weiterbildung</a:t>
            </a:r>
            <a:endParaRPr lang="en-US" sz="1600" dirty="0"/>
          </a:p>
        </p:txBody>
      </p:sp>
      <p:sp>
        <p:nvSpPr>
          <p:cNvPr id="16" name="Text 11"/>
          <p:cNvSpPr txBox="1"/>
          <p:nvPr/>
        </p:nvSpPr>
        <p:spPr>
          <a:xfrm>
            <a:off x="7680960" y="45994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Mit Freischaltung: IDD-Titel, Lerninhalt und Agenda zur Dauer.</a:t>
            </a:r>
            <a:endParaRPr lang="en-US" sz="1250" dirty="0"/>
          </a:p>
        </p:txBody>
      </p:sp>
      <p:sp>
        <p:nvSpPr>
          <p:cNvPr id="17" name="Text 12"/>
          <p:cNvSpPr txBox="1"/>
          <p:nvPr/>
        </p:nvSpPr>
        <p:spPr>
          <a:xfrm>
            <a:off x="7680960" y="51663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5 Teilnahme und Teams-Link</a:t>
            </a:r>
            <a:endParaRPr lang="en-US" sz="1600" dirty="0"/>
          </a:p>
        </p:txBody>
      </p:sp>
      <p:sp>
        <p:nvSpPr>
          <p:cNvPr id="18" name="Text 13"/>
          <p:cNvSpPr txBox="1"/>
          <p:nvPr/>
        </p:nvSpPr>
        <p:spPr>
          <a:xfrm>
            <a:off x="7680960" y="55138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Platzzahl bis 50. Der Link ist nur für Angemeldete sichtbar.</a:t>
            </a:r>
            <a:endParaRPr lang="en-US" sz="1250" dirty="0"/>
          </a:p>
        </p:txBody>
      </p:sp>
      <p:sp>
        <p:nvSpPr>
          <p:cNvPr id="19" name="Text 14"/>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Anbietende</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Anbietende</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in der App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nach Freigabe, die Meldung an gutBeraten folgt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Umgesetzt. Start nach Freigabe.</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In der App</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Lerninhalt nach gutBeraten-Kategorie, Agenda</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Anbietende,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IDD-Funktion einschalten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alles in LearnTogether@AD</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Lerninhalt nach gutBeraten und Agenda mit IDD-Bildungszeit.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Anbietende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Ab Werk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starten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IDD-Funktion freigeben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Compliance und Datenschutz prüfen die Umsetzung. Danach Meldung an gutBeraten umsetzen und einschalten.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2026-10-03T16:16:29Z</dcterms:created>
  <dcterms:modified xsi:type="dcterms:W3CDTF">2026-10-03T16:16:29Z</dcterms:modified>
</cp:coreProperties>
</file>