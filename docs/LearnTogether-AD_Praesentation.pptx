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und Absage mit Grund.</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Absagen erscheinen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aktive Konten, Abzeichen und Expertenstatus</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und einzelnen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2026-10-02T11:45:27Z</dcterms:created>
  <dcterms:modified xsi:type="dcterms:W3CDTF">2026-10-02T11:45:27Z</dcterms:modified>
</cp:coreProperties>
</file>