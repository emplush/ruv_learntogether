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Anrechnung auf die IDD funktioniert heute noch nicht.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Wer sich anmeldet, erhält einen Buchungscode und eine Kalenderdatei mit dem Teams-Link. Wer anbietet, erhält einen Veranstaltungscode für die Teilnehmerliste.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Kalenderdatei und Buchungscode. Der Buchungscode ist der Schlüssel, um die Anmeldung wieder aufzurufen oder zu stornieren. Es wird keine E-Mail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führt in fünf Abschnitten: wer, worum, wann, was und Teams-Link. Die Plattform prüft Zeitfenster und Dauer. Nach dem Speichern erhält die anbietende Person einen Veranstaltungscode.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8 Kennzahlen und 13 Auswertungen mit PDF-Export. Wir betrachten Termine pro Monat, Teilnehmende, Auslastung und Themen. Die Abbildung zeigt Beispieldaten. Die Auswertung bleibt aggregiert.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 und ehrlich: Die Anrechnung von Zeiten auf die IDD funktioniert heute noch nicht. Teilnehmende erhalten aktuell keine IDD-Bestätigung. Das kommunizieren wir klar. Es ist aber in Planung. Die IDD verlangt 15 Stunden Weiterbildung im Jahr. Anerkannt sind unter anderem interne Veranstaltungen und Selbststudium mit Lernerfolgskontrolle, Nachweise sind fünf Jahre aufzubewahren. Es gibt konzeptionelle und technische Hürden, die wir schnellstmöglich beheben wollen. Die Fragen auf der Folie sind offene Punkte, keine Festlegungen. Der Pilot startet unabhängig davon.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privaten Sessions werden Name und E-Mail-Adresse der Anbietenden und Teilnehmenden im Admin-Bereich nach der Veranstaltung anonymisiert. Es bleiben nur Zahlen für die Statistik. Bei dienstlichen Sessions müssen die Daten für die spätere IDD-Anrechnung gespeichert bleiben. Sie dienen ausschließlich dem Nachweis und der Anrechnung. Zugriff haben nur die Administratoren in VH-VP-TV. Die Daten werden nicht veröffentlicht. Die automatische Anonymisierung ist ein Konzept und wird technisch umgesetzt, die Aufbewahrungsfrist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noch ohne IDD-Anrechnung. In Phase 2 klären wir die IDD-Anrechnung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IDD-Anrechnung funktioniert noch nicht und ist deshalb ein eigener Auftrag.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das Ziel, IDD-Inhalte anrechnen zu können.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3.png"/><Relationship Id="rId6" Type="http://schemas.openxmlformats.org/officeDocument/2006/relationships/image" Target="../media/image-13-6.png"/><Relationship Id="rId7" Type="http://schemas.openxmlformats.org/officeDocument/2006/relationships/image" Target="../media/image-13-3.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01.10.2026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Anmelden ohne Benutzerkonto</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selbst anbieten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Statistik für die Administration</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IDD-Anrechnung: noch nicht möglich</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Anonymisierung privater Daten</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Nachweis für dienstliche Sessions</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Es gibt keine Bewertung einzelner Personen.</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Kein Benutzerkonto, Anmeldung in zwei Klicks,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ganz ohne Benutzerkonto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Name und E-Mail eingeben.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Buchungscode merken, Termin in den Kalender übernehmen, über den Teams-Link beitreten.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Der Veranstaltungscode zeigt später die Teilnehmerliste.</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Kalenderdatei und Buchungscode erscheinen direkt nach der Anmeldung.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 ganz ohne Benutzerkonto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angemeldet.jpg">    </p:cNvPr>
          <p:cNvPicPr>
            <a:picLocks noChangeAspect="1"/>
          </p:cNvPicPr>
          <p:nvPr/>
        </p:nvPicPr>
        <p:blipFill>
          <a:blip r:embed="rId3"/>
          <a:stretch>
            <a:fillRect/>
          </a:stretch>
        </p:blipFill>
        <p:spPr>
          <a:xfrm>
            <a:off x="6199632" y="1463040"/>
            <a:ext cx="5486400" cy="255100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Name und E-Mail genügen. Danach erscheinen Teams-Link, Kalenderdatei und Buchungscode.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Wer, worum, wann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Name, Titel, Thema und ein Termin im erlaubten Zeitfenster.</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Was wird angeboten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Art, Platzzahl bis 50, Beschreibung und ein quadratisches Bild.</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Teams-Link</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Der Link ist nur für angemeldete Personen sichtbar.</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Veranstaltungscode</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Er zeigt später die Teilnehmerliste mit den Namen.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Anmeldung mit Name und E-Mail</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und bearbeiten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Teilnehmerliste mit Veranstaltungscode</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Arten und Texte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und Anmeldungen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zeigt Zahlen, keine Personen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pro Monat, Auslastung, ausgebuchte Termine</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Wiederkehrende Anbietende, Vorlauf der Anmeldungen</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heute noch nicht möglich</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Sie ist in Planung und bleibt ein zentrales Ziel</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Noch nicht möglich. In Planung.</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info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Heute</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werden nicht als IDD-Weiterbildung gebucht.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Teilnehmende erhalten keine IDD-Bestätigung.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Das sagen wir in der Kommunikation klar.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Pilot startet trotzdem: Wissen teilen und Vernetzen zählen auch ohne IDD.</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Ziel</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mit IDD-fähigen Inhalten werden angerechnet.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Grundlage: 15 Stunden Weiterbildung pro 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Nachweis läuft über gespeicherte Daten der Anbietenden und Teilnehmenden.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Diese Daten dienen nur dem Nachweis und der Anrechnung.</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Welche Inhalte sind IDD-fähig und wer prüft das?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Wie sieht die Lernerfolgskontrolle bei kurzen Terminen aus?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bestätigen wir die Teilnahme verlässlich?</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kommt die Bestätigung in das Bildungskonto?</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Private Sessions werden anonymisiert, dienstliche nur für den Nachweis gespeichert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Name und E-Mail werden nach der Veranstaltung anonymisiert.</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Im Admin-Bereich bleiben nur Zahlen für die Statistik.</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Niemand kann später nachvollziehen, wer teilgenommen hat.</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5" name="Text 9"/>
          <p:cNvSpPr txBox="1"/>
          <p:nvPr/>
        </p:nvSpPr>
        <p:spPr>
          <a:xfrm>
            <a:off x="647395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Daten der Anbietenden und Teilnehmenden bleiben gespeichert.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Aufbewahrung nach den IDD-Vorgaben, Frist mit Datenschutz abgestimmt.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Benutzerkonto, kein E-Mail-Versand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und E-Mail-Adresse.</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Keine Auswertung einzelner Personen, keine Leistungskontrolle</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Die IDD-Anrechnung funktioniert noch nicht,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Anonymisierung privater Sessions,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Rückmeldungen der Teilnehmenden,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IDD-Anrechnung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Das IDD-Konzept läuft parallel und wird schrittweise freigeschaltet.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Anonymisierung technisch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keine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klären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Konzept für die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Technischen Nachweis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zunächst ohne IDD-Anrechnung.</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Auftrag für die IDD-Anrechnung</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Konzept und technischen Nachweis zügig erarbeiten. Das ist das wichtigste Folgeprojekt.</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IDD-Anrechnung als Ziel</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2026-10-01T19:53:11Z</dcterms:created>
  <dcterms:modified xsi:type="dcterms:W3CDTF">2026-10-01T19:53:11Z</dcterms:modified>
</cp:coreProperties>
</file>