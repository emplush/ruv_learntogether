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auf die IDD funktioniert heute noch nicht.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vier Abschnitten: worum, wann, was und Teams-Link.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Anbietende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Abbildung zeigt Beispieldaten. Alle Auswertungen sind zusammengefasst. Ranglisten mit Personenbezug, Anmeldezeiten je Person und Einzelbewertungen gibt es nicht. Bewertungen fließen erst ab drei Stimmen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und ehrlich: Die Anrechnung von Zeiten auf die IDD funktioniert heute noch nicht. Teilnehmende erhalten aktuell keine IDD-Bestätigung. Das kommunizieren wir klar. Es ist aber in Planung. Die IDD verlangt 15 Stunden Weiterbildung im Jahr. Anerkannt sind unter anderem interne Veranstaltungen und Selbststudium mit Lernerfolgskontrolle, Nachweise sind fünf Jahre aufzubewahren. Es gibt konzeptionelle und technische Hürden, die wir schnellstmöglich beheben wollen. Die Fragen auf der Folie sind offene Punkte, keine Festlegungen. Der Pilot startet unabhängig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Das gilt für private und dienstliche Sessions gleichermaßen. Danach werden sie anonymisiert, nur Zähler bleiben. Konten ohne Anmeldung löscht die Plattform nach 24 Monaten automatisch.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Plattform gezielt auf IT-Sicherheit und Datenschutz geprüft und nachgeschärft. Beschäftigte können ihre Daten selbst herunterladen und ihr Konto selbst löschen. Abzeichen und Profil sind freiwillig. Eine Leistungs- oder Verhaltenskontrolle ist technisch ausgeschlossen: keine Ranglisten, keine Anmeldezeiten je Person, keine Einzelbewertungen, auch nicht für die Administration. Technisch schützen gehashte Passwörter, serverseitig beendbare Sitzungen, Schutz vor fremden Formularen, Skripten und Einbettungen sowie geprüfte Uploads. Admin-Änderungen werden protokolliert. HTTPS setzt die Plattform nicht voraus. Ohne HTTPS betreiben wir sie nur im internen Netz. Details stehen im Papier zu IT-Sicherheit und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noch ohne IDD-Anrechnung. In Phase 2 klären wir die IDD-Anrechnung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funktioniert noch nicht und ist deshalb ein eigener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02.10.2026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noch nicht möglich</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Technischer Nachweis für dienstliche Sessions</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eigenes Bild oder ein Platzhalterbild.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mit Benutzernamen, Bewertung und Absage, selbst mit Anmeldungen.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und Absage mit Grund.</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Absagen erscheinen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Die Rakete zeigt Expertenstatus im Thema.</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pro Monat, Auslastung, ausgebuchte Termine</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ab drei Stimmen, Aktivität nur gesamt, Abzeichen</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heute noch nicht möglich</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Sie ist in Planung und bleibt ein zentrales Ziel</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Noch nicht möglich. In Planung.</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info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Heute</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werden nicht als IDD-Weiterbildung gebucht.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Teilnehmende erhalten keine IDD-Bestätigung.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Das sagen wir in der Kommunikation klar.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Pilot startet trotzdem: Wissen teilen und Vernetzen zählen auch ohne IDD.</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Ziel</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mit IDD-fähigen Inhalten werden angerechnet.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Grundlage: 15 Stunden Weiterbildung pro 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Nachweis läuft über gespeicherte Daten der Anbietenden und Teilnehmenden.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Diese Daten dienen nur dem Nachweis und der Anrechnung.</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Wie sieht die Lernerfolgskontrolle bei kurzen Terminen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kommt die Bestätigung in das Bildungskonto?</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mit Abzeichen, das sich ausblenden lässt.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2148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Daten bleiben fünf Jahre nach dem Ende gespeichert.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Konten ohne Anmeldung werden nach 24 Monaten gelöscht.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IT-Sicherheit und Datenschutz: technisch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Regeln stecken in der Plattform, nicht nur im Konzept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3886200"/>
          </a:xfrm>
          <a:prstGeom prst="rect">
            <a:avLst/>
          </a:prstGeom>
          <a:solidFill>
            <a:srgbClr val="F5F5F5"/>
          </a:solidFill>
          <a:ln w="12700">
            <a:solidFill>
              <a:srgbClr val="F5F5F5"/>
            </a:solidFill>
            <a:prstDash val="solid"/>
          </a:ln>
        </p:spPr>
      </p:sp>
      <p:pic>
        <p:nvPicPr>
          <p:cNvPr id="9" name="Image 1" descr="/tmp/deck/ic/people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80467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Rechte der Beschäftigten</a:t>
            </a:r>
            <a:endParaRPr lang="en-US" sz="1900" dirty="0"/>
          </a:p>
        </p:txBody>
      </p:sp>
      <p:sp>
        <p:nvSpPr>
          <p:cNvPr id="11" name="Text 6"/>
          <p:cNvSpPr txBox="1"/>
          <p:nvPr/>
        </p:nvSpPr>
        <p:spPr>
          <a:xfrm>
            <a:off x="80467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Eigene Daten jederzeit herunterladen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Konto selbst löschen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Profil, Profilbild und Abzeichen freiwillig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anonym, Durchschnitt erst ab drei Stimmen</a:t>
            </a:r>
            <a:endParaRPr lang="en-US" sz="1400" dirty="0"/>
          </a:p>
        </p:txBody>
      </p:sp>
      <p:sp>
        <p:nvSpPr>
          <p:cNvPr id="12" name="Shape 7"/>
          <p:cNvSpPr/>
          <p:nvPr/>
        </p:nvSpPr>
        <p:spPr>
          <a:xfrm>
            <a:off x="4325112" y="1508760"/>
            <a:ext cx="3566160" cy="38862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4599432" y="1737360"/>
            <a:ext cx="640080" cy="640080"/>
          </a:xfrm>
          <a:prstGeom prst="rect">
            <a:avLst/>
          </a:prstGeom>
        </p:spPr>
      </p:pic>
      <p:sp>
        <p:nvSpPr>
          <p:cNvPr id="14" name="Text 8"/>
          <p:cNvSpPr txBox="1"/>
          <p:nvPr/>
        </p:nvSpPr>
        <p:spPr>
          <a:xfrm>
            <a:off x="4599432" y="2468880"/>
            <a:ext cx="3063240" cy="73152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Keine Leistungskontrolle</a:t>
            </a:r>
            <a:endParaRPr lang="en-US" sz="1900" dirty="0"/>
          </a:p>
        </p:txBody>
      </p:sp>
      <p:sp>
        <p:nvSpPr>
          <p:cNvPr id="15" name="Text 9"/>
          <p:cNvSpPr txBox="1"/>
          <p:nvPr/>
        </p:nvSpPr>
        <p:spPr>
          <a:xfrm>
            <a:off x="459943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Ranglisten mit Personenbezug</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Anmeldezeiten je Person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Einzelbewertungen, auch nicht für Admins</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Statistik nur zusammengefasst</a:t>
            </a:r>
            <a:endParaRPr lang="en-US" sz="1400" dirty="0"/>
          </a:p>
        </p:txBody>
      </p:sp>
      <p:sp>
        <p:nvSpPr>
          <p:cNvPr id="16" name="Shape 10"/>
          <p:cNvSpPr/>
          <p:nvPr/>
        </p:nvSpPr>
        <p:spPr>
          <a:xfrm>
            <a:off x="8119872" y="1508760"/>
            <a:ext cx="3566160" cy="3886200"/>
          </a:xfrm>
          <a:prstGeom prst="rect">
            <a:avLst/>
          </a:prstGeom>
          <a:solidFill>
            <a:srgbClr val="F5F5F5"/>
          </a:solidFill>
          <a:ln w="12700">
            <a:solidFill>
              <a:srgbClr val="F5F5F5"/>
            </a:solidFill>
            <a:prstDash val="solid"/>
          </a:ln>
        </p:spPr>
      </p:sp>
      <p:pic>
        <p:nvPicPr>
          <p:cNvPr id="17" name="Image 3" descr="/tmp/deck/ic/lock_m.png">    </p:cNvPr>
          <p:cNvPicPr>
            <a:picLocks noChangeAspect="1"/>
          </p:cNvPicPr>
          <p:nvPr/>
        </p:nvPicPr>
        <p:blipFill>
          <a:blip r:embed="rId4"/>
          <a:stretch>
            <a:fillRect/>
          </a:stretch>
        </p:blipFill>
        <p:spPr>
          <a:xfrm>
            <a:off x="8394192" y="1737360"/>
            <a:ext cx="640080" cy="640080"/>
          </a:xfrm>
          <a:prstGeom prst="rect">
            <a:avLst/>
          </a:prstGeom>
        </p:spPr>
      </p:pic>
      <p:sp>
        <p:nvSpPr>
          <p:cNvPr id="18" name="Text 11"/>
          <p:cNvSpPr txBox="1"/>
          <p:nvPr/>
        </p:nvSpPr>
        <p:spPr>
          <a:xfrm>
            <a:off x="839419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Technischer Schutz</a:t>
            </a:r>
            <a:endParaRPr lang="en-US" sz="1900" dirty="0"/>
          </a:p>
        </p:txBody>
      </p:sp>
      <p:sp>
        <p:nvSpPr>
          <p:cNvPr id="19" name="Text 12"/>
          <p:cNvSpPr txBox="1"/>
          <p:nvPr/>
        </p:nvSpPr>
        <p:spPr>
          <a:xfrm>
            <a:off x="839419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Passwörter nur als sicherer Hash gespeichert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Abmelden beendet die Sitzung auf dem Server</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Schutz vor fremden Formularen, Skripten und Einbettung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Uploads geprüft, Admin-Änderungen protokolliert</a:t>
            </a:r>
            <a:endParaRPr lang="en-US" sz="1400" dirty="0"/>
          </a:p>
        </p:txBody>
      </p:sp>
      <p:sp>
        <p:nvSpPr>
          <p:cNvPr id="20" name="Shape 13"/>
          <p:cNvSpPr/>
          <p:nvPr/>
        </p:nvSpPr>
        <p:spPr>
          <a:xfrm>
            <a:off x="530352" y="5577840"/>
            <a:ext cx="11155680" cy="548640"/>
          </a:xfrm>
          <a:prstGeom prst="rect">
            <a:avLst/>
          </a:prstGeom>
          <a:solidFill>
            <a:srgbClr val="FFF4E0"/>
          </a:solidFill>
          <a:ln w="12700">
            <a:solidFill>
              <a:srgbClr val="FFF4E0"/>
            </a:solidFill>
            <a:prstDash val="solid"/>
          </a:ln>
        </p:spPr>
      </p:sp>
      <p:sp>
        <p:nvSpPr>
          <p:cNvPr id="21" name="Text 14"/>
          <p:cNvSpPr txBox="1"/>
          <p:nvPr/>
        </p:nvSpPr>
        <p:spPr>
          <a:xfrm>
            <a:off x="804672" y="5577840"/>
            <a:ext cx="10607040" cy="54864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Ohne HTTPS nur im internen Netz betreiben. HTTPS empfehlen wir. Es werden keine E-Mails verschickt.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eine Leistungskontrolle ist technisch ausgeschlossen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Die IDD-Anrechnung funktioniert noch nicht,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Anbietende,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keine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Technischen Nachweis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zunächst ohne IDD-Anrechnung.</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Auftrag für die IDD-Anrechnung</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Konzept und technischen Nachweis zügig erarbeiten. Das ist das wichtigste Folgeprojekt.</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02.10.2026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2026-10-02T20:00:51Z</dcterms:created>
  <dcterms:modified xsi:type="dcterms:W3CDTF">2026-10-02T20:00:51Z</dcterms:modified>
</cp:coreProperties>
</file>