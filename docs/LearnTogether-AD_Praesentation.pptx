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IDD-Anrechnung ist in der App umgesetzt, aber ab Werk ausgeschaltet.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Anbietende,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IDD-Anrechnung ist in der App umgesetzt und ab Werk ausgeschaltet. Freigeschaltete Anbietende legen IDD-Veranstaltungen mit IDD-Titel, IDD-Zeit und Agenda an.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mit oder ohne IDD starten.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läuft eine IDD-Veranstaltung. Erstens: Freigeschaltete Anbietende setzen beim Anlegen den IDD-Haken, tragen den IDD-Titel ein und prüfen die IDD-Zeit. Die App prüft den Titel und erzeugt die Agenda. Zweitens: Teilnehmende sehen im Katalog Dauer und IDD-Zeit getrennt. Drittens: Nach der Session bestätigen die Anbietenden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IDD-Funktion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IDD-Funktion ist umgesetzt. Für ihren Start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 umgesetzt, Start nach Freigabe</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Meldung der Zeiten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Bearbeiten und Absage.</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Anbietende</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Anbietende</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in der App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nach Freigabe, die Meldung an gutBeraten folgt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Umgesetzt. Start nach Freigabe.</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In der App</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IDD-Zeit und Agenda je Veranstaltung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Anbietende,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IDD-Funktion einschalten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alles in LearnTogether@AD</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IDD-Zeit und automatische Agenda.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Anbietende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Ab Werk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starten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IDD-Funktion freigeben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Compliance und Datenschutz prüfen die Umsetzung. Danach Meldung an gutBeraten umsetzen und einschalten.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2026-10-03T09:42:15Z</dcterms:created>
  <dcterms:modified xsi:type="dcterms:W3CDTF">2026-10-03T09:42:15Z</dcterms:modified>
</cp:coreProperties>
</file>