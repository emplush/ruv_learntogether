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Anrechnung auf die IDD funktioniert heute noch nicht.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Zählern, Bewertungen, Archiv und Abzeichen.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8 Kennzahlen und 13 Auswertungen mit PDF-Export. Wir betrachten Termine pro Monat, Teilnehmende, Auslastung und Themen. Die Abbildung zeigt Beispieldaten. Die Auswertung bleibt aggregiert.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und ehrlich: Die Anrechnung von Zeiten auf die IDD funktioniert heute noch nicht. Teilnehmende erhalten aktuell keine IDD-Bestätigung. Das kommunizieren wir klar. Es ist aber in Planung. Die IDD verlangt 15 Stunden Weiterbildung im Jahr. Anerkannt sind unter anderem interne Veranstaltungen und Selbststudium mit Lernerfolgskontrolle, Nachweise sind fünf Jahre aufzubewahren. Es gibt konzeptionelle und technische Hürden, die wir schnellstmöglich beheben wollen. Die Fragen auf der Folie sind offene Punkte, keine Festlegungen. Der Pilot startet unabhängig davon.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Das gilt für private und dienstliche Sessions gleichermaßen. Danach werden sie anonymisiert, nur Zähler bleiben.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noch ohne IDD-Anrechnung. In Phase 2 klären wir die IDD-Anrechnung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IDD-Anrechnung funktioniert noch nicht und ist deshalb ein eigener Auftrag.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das Ziel, IDD-Inhalte anrechnen zu können.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3.png"/><Relationship Id="rId6" Type="http://schemas.openxmlformats.org/officeDocument/2006/relationships/image" Target="../media/image-14-6.png"/><Relationship Id="rId7" Type="http://schemas.openxmlformats.org/officeDocument/2006/relationships/image" Target="../media/image-14-3.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01.10.2026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Archiv, Statistik</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IDD-Anrechnung: noch nicht möglich</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Technischer Nachweis für dienstliche Sessions</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quadratisches 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und Absage, selbst mit Anmeldungen.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4239414"/>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 Profil</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Angebotene und besuchte Sessions, Gesamtbewertung, Archiv und Passwort.</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Die Rakete zeigt Expertenstatus im Thema.</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Kommende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Anmeldung mit Name und E-Mail</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und bearbeiten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Arten und Texte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und Anmeldungen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zeigt Zahlen, keine Personen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pro Monat, Auslastung, ausgebuchte Termine</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Wiederkehrende Anbietende, Vorlauf der Anmeldungen</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heute noch nicht möglich</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Sie ist in Planung und bleibt ein zentrales Ziel</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Noch nicht möglich. In Planung.</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info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Heute</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werden nicht als IDD-Weiterbildung gebucht.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Teilnehmende erhalten keine IDD-Bestätigung.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Das sagen wir in der Kommunikation klar.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Pilot startet trotzdem: Wissen teilen und Vernetzen zählen auch ohne IDD.</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Ziel</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Dienstliche Sessions mit IDD-fähigen Inhalten werden angerechnet.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Grundlage: 15 Stunden Weiterbildung pro 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Der Nachweis läuft über gespeicherte Daten der Anbietenden und Teilnehmenden.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Diese Daten dienen nur dem Nachweis und der Anrechnung.</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Welche Inhalte sind IDD-fähig und wer prüft das?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Konzept: Wie sieht die Lernerfolgskontrolle bei kurzen Terminen aus?</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bestätigen wir die Teilnahme verlässlich?</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Technik: Wie kommt die Bestätigung in das Bildungskonto?</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mit Abzeichen.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und einzelnen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Daten bleiben fünf Jahre nach dem Ende gespeichert.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und E-Mail-Adresse.</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Keine Auswertung einzelner Personen, keine Leistungskontrolle</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Die IDD-Anrechnung funktioniert noch nicht,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Rückmeldungen der Teilnehmenden,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IDD-Anrechnung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Das IDD-Konzept läuft parallel und wird schrittweise freigeschaltet.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keine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klären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Konzept für die IDD-Anrechnung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Technischen Nachweis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zunächst ohne IDD-Anrechnung.</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Auftrag für die IDD-Anrechnung</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Konzept und technischen Nachweis zügig erarbeiten. Das ist das wichtigste Folgeprojekt.</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IDD-Anrechnung als Ziel</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01.10.2026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2026-10-02T11:08:42Z</dcterms:created>
  <dcterms:modified xsi:type="dcterms:W3CDTF">2026-10-02T11:08:42Z</dcterms:modified>
</cp:coreProperties>
</file>